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INDUSTRY NIGHT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800" b="0">
                <a:solidFill>
                  <a:srgbClr val="A296F0"/>
                </a:solidFill>
                <a:latin typeface="Calibri"/>
              </a:defRPr>
            </a:pPr>
            <a:r>
              <a:t>Executive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83280"/>
            <a:ext cx="365760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February 25, 2026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888899"/>
                </a:solidFill>
                <a:latin typeface="Calibri"/>
              </a:defRPr>
            </a:pPr>
            <a:r>
              <a:t>Project Inception through Week 2</a:t>
            </a:r>
          </a:p>
          <a:p>
            <a:pPr algn="l">
              <a:spcBef>
                <a:spcPts val="2000"/>
              </a:spcBef>
              <a:spcAft>
                <a:spcPts val="2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Industry Night?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Platform for creative professionals in NYC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Creative professionals (stylists, makeup artists, photographers, videographers) lack a purpose-built networking platform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Existing tools are generic (Meetup, Eventbrite) or portfolio-focused (Behance)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 platform ties event attendance to verified community membership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A296F0"/>
                </a:solidFill>
                <a:latin typeface="Calibri"/>
              </a:defRPr>
            </a:pPr>
            <a:r>
              <a:t>The Solution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Invite-only community tied to real-world event attendance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QR-code networking at events creates instant, mutual connections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Verification through attendance builds trust and authenticity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Two apps: Social (for creatives) + Admin (for operators)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Social App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Target:  Creative professionals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Platforms:  iOS, Android, Web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Purpose:  Attend events, QR networking, community feed, perks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303520" cy="20116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Admin App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Target:  Platform operators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Platforms:  Web, iOS, Android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Purpose:  Manage events, users, sponsors, moderation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Ticket purchase to verified community member</a:t>
            </a:r>
          </a:p>
        </p:txBody>
      </p:sp>
      <p:sp>
        <p:nvSpPr>
          <p:cNvPr id="5" name="Oval 4"/>
          <p:cNvSpPr/>
          <p:nvPr/>
        </p:nvSpPr>
        <p:spPr>
          <a:xfrm>
            <a:off x="1234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Buy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User purchases on</a:t>
            </a:r>
            <a:br/>
            <a:r>
              <a:t>Posh.vip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Webhook creates</a:t>
            </a:r>
            <a:br/>
            <a:r>
              <a:t>user record</a:t>
            </a:r>
          </a:p>
        </p:txBody>
      </p:sp>
      <p:sp>
        <p:nvSpPr>
          <p:cNvPr id="9" name="Oval 8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Download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SMS login</a:t>
            </a:r>
            <a:br/>
            <a:r>
              <a:t>(phone-based)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Set up profile</a:t>
            </a:r>
            <a:br/>
            <a:r>
              <a:t>&amp; specialties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Attend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Door staff gives</a:t>
            </a:r>
            <a:br/>
            <a:r>
              <a:t>4-digit activation code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User enters code</a:t>
            </a:r>
            <a:br/>
            <a:r>
              <a:t>in app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783080"/>
            <a:ext cx="173736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Connect &amp;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Scan QR codes to</a:t>
            </a:r>
            <a:br/>
            <a:r>
              <a:t>make connections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First connection =</a:t>
            </a:r>
            <a:br/>
            <a:r>
              <a:t>Verified status</a:t>
            </a:r>
          </a:p>
        </p:txBody>
      </p:sp>
      <p:sp>
        <p:nvSpPr>
          <p:cNvPr id="21" name="Oval 20"/>
          <p:cNvSpPr/>
          <p:nvPr/>
        </p:nvSpPr>
        <p:spPr>
          <a:xfrm>
            <a:off x="10378440" y="1554480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Full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651760"/>
            <a:ext cx="201168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Community board,</a:t>
            </a:r>
            <a:br/>
            <a:r>
              <a:t>sponsor perks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Networking at</a:t>
            </a:r>
            <a:br/>
            <a:r>
              <a:t>future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12 days from first commit to foundation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0584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Requirements</a:t>
            </a:r>
            <a:br/>
            <a:r>
              <a:t>Finalized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Product requirements</a:t>
            </a:r>
            <a:br/>
            <a:r>
              <a:t>document v1.8</a:t>
            </a:r>
            <a:br/>
            <a:r>
              <a:t>completed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Initial</a:t>
            </a:r>
            <a:br/>
            <a:r>
              <a:t>Commit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Project scaffolded,</a:t>
            </a:r>
            <a:br/>
            <a:r>
              <a:t>monorepo structure</a:t>
            </a:r>
            <a:br/>
            <a:r>
              <a:t>established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  <a:br/>
            <a:r>
              <a:t>Laydown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AWS EKS, domain</a:t>
            </a:r>
            <a:br/>
            <a:r>
              <a:t>migration, ops</a:t>
            </a:r>
            <a:br/>
            <a:r>
              <a:t>tooling, DB scripts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3154680"/>
            <a:ext cx="320040" cy="3200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296F0"/>
                </a:solidFill>
                <a:latin typeface="Calibri"/>
              </a:defRPr>
            </a:pPr>
            <a:r>
              <a:t>Feb 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 #1</a:t>
            </a:r>
            <a:br/>
            <a:r>
              <a:t>Merged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3749039"/>
            <a:ext cx="1828800" cy="14630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Foundation complete,</a:t>
            </a:r>
            <a:br/>
            <a:r>
              <a:t>admin auth branch</a:t>
            </a:r>
            <a:br/>
            <a:r>
              <a:t>in progress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Codebase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~15,700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116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Source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21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35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App Screens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46304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6C5CE7"/>
                </a:solidFill>
                <a:latin typeface="Calibri"/>
              </a:defRPr>
            </a:pPr>
            <a:r>
              <a:t>11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API Route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9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Data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7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API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8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Git Commits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92608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13+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Operational Scripts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480560"/>
          <a:ext cx="5943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Files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 API (TypeScript)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2,269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Flutter Apps + Shared (Dart)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10,006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 (SQL)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545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Scripts (JS + Bash)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2,663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Infrastructure (YAML)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Backend API +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Backend API  (Node.js / Express / TypeScript)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11 route modules: auth, users, events, connections, posts, sponsors, vendors, discounts, webhooks, admin, admin-auth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4 middleware layers: JWT auth, admin auth (token family separation), role-based access, Zod validation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3 service integrations: Twilio SMS/Verify, AWS SES email, Posh.vip webhooks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JWT dual-auth: separate 'social' and 'admin' token families prevent cross-app token reuse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DevCode system: simulator-friendly auth that bypasses Twilio when credentials not configured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2,269 lines of TypeScript across 24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21208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Database  (PostgreSQL 15 on RDS)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21 tables across 3 migrations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Core: users, admin_users, events, venues, tickets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Social: connections, posts, comments, likes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Business: sponsors, vendors, discounts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Operations: audit log, analytics tables, GDPR export tracking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CASCADE delete design with audit log preservation (SET NULL)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Seed data for specialties and dev environment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545 lines of SQL across 5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Social App + Admin App + Shared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576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500" b="1">
                <a:solidFill>
                  <a:srgbClr val="A296F0"/>
                </a:solidFill>
                <a:latin typeface="Calibri"/>
              </a:defRPr>
            </a:pPr>
            <a:r>
              <a:t>Social App  (Flutter/Dart)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19 screens, 8 feature modules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Auth: phone entry + SMS verify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Onboarding: profile setup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Events: browse, detail, activation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Networking: QR display, scanner, connections, digital card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Community: feed, create post, detail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Search: user discovery + profiles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Profile: view, edit, settings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Perks: sponsor discounts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6576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500" b="1">
                <a:solidFill>
                  <a:srgbClr val="A296F0"/>
                </a:solidFill>
                <a:latin typeface="Calibri"/>
              </a:defRPr>
            </a:pPr>
            <a:r>
              <a:t>Admin App  (Flutter/Dart)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16 screens, 7 feature modules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Auth: email/password login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Dashboard: stats overview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Users: list, detail, add user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Events: list, create, detail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Sponsors: management + discounts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Vendors: list + form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Moderation: posts + announcements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200400" cy="47548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500" b="1">
                <a:solidFill>
                  <a:srgbClr val="A296F0"/>
                </a:solidFill>
                <a:latin typeface="Calibri"/>
              </a:defRPr>
            </a:pPr>
            <a:r>
              <a:t>Shared Package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Reused by both apps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9 data models with JSON serialization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7 API clients (base HTTP + typed endpoints)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Secure token storage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Phone validators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Display formatters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Constants / enums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Infrastructure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AWS EKS + Kubernetes + operational tooling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Cloud Infrastructure  (AWS)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EKS cluster (us-east-1) with auto-scaling 2-10 pods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Kubernetes: deployment, service, ingress, secrets, HPA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SSL/TLS via ACM on api.industrynight.net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ECR container registry with Docker build pipeline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RDS PostgreSQL 15 with port-forward access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CI/CD: GitHub Actions for API, mobile, and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27432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600" b="1">
                <a:solidFill>
                  <a:srgbClr val="A296F0"/>
                </a:solidFill>
                <a:latin typeface="Calibri"/>
              </a:defRPr>
            </a:pPr>
            <a:r>
              <a:t>COOP System  (Cost Optimization)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Full teardown: EKS + RDS removed, data preserved in S3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Full rebuild: infra recreated from scratch + data restored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Database backup/restore via pg_dump (full + per-table)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Single entry point: scripts/coop/coop.sh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FDCB6E"/>
                </a:solidFill>
                <a:latin typeface="Calibri"/>
              </a:defRPr>
            </a:pPr>
            <a:r>
              <a:t>~$160/mo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Full Running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4572000"/>
            <a:ext cx="192024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wrap="square"/>
          <a:lstStyle/>
          <a:p>
            <a:pPr algn="l">
              <a:defRPr sz="3200" b="1">
                <a:solidFill>
                  <a:srgbClr val="00B894"/>
                </a:solidFill>
                <a:latin typeface="Calibri"/>
              </a:defRPr>
            </a:pPr>
            <a:r>
              <a:t>~$3/mo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Hibernated (COOP)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572000"/>
            <a:ext cx="640080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28600" wrap="square"/>
          <a:lstStyle/>
          <a:p>
            <a:pPr algn="l">
              <a:defRPr sz="1400" b="1">
                <a:solidFill>
                  <a:srgbClr val="A296F0"/>
                </a:solidFill>
                <a:latin typeface="Calibri"/>
              </a:defRPr>
            </a:pPr>
            <a:r>
              <a:t>Operational Scripts (13+)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seed-admin.js, db-reset.js, db-scrub-user.js (GDPR)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deploy-api.sh, maintenance.sh, setup-local.sh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COOP: status, teardown, rebuild, export, import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Decisions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80467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4747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PostgreSQL 15 (RDS)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Relational model fits domain; direct SQL, no ORM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 (social)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Phone + SMS OTP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Passwordless, phone-based identity for creatives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 (admin)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 + password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Separate admin_users table, separate token family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Mobile framework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Flutter/Dart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 codebase for iOS, Android, Web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framework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Express + TypeScript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Proven, team familiarity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 EKS (Kubernetes)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Scalability, infrastructure learning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SMS provider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Twilio (Verify API)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DevCode fallback for local testing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Ticketing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Posh.vip (webhooks)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brand presence, staff trained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 mgmt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 + ChangeNotifier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Simple, sufficient for current scope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mgmt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COOP teardown/rebuild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Reduce AWS spend during downtime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Status vs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1A  </a:t>
            </a:r>
            <a:r>
              <a:rPr sz="1200">
                <a:solidFill>
                  <a:srgbClr val="FFFFFF"/>
                </a:solidFill>
                <a:latin typeface="Calibri"/>
              </a:rPr>
              <a:t>  Foundation (Backend + Auth)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554480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30552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1B  </a:t>
            </a:r>
            <a:r>
              <a:rPr sz="1200">
                <a:solidFill>
                  <a:srgbClr val="FFFFFF"/>
                </a:solidFill>
                <a:latin typeface="Calibri"/>
              </a:rPr>
              <a:t>  Core Mobile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21992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98064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1C  </a:t>
            </a:r>
            <a:r>
              <a:rPr sz="1200">
                <a:solidFill>
                  <a:srgbClr val="FFFFFF"/>
                </a:solidFill>
                <a:latin typeface="Calibri"/>
              </a:rPr>
              <a:t>  Verification &amp; QR Networking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89504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65576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1D  </a:t>
            </a:r>
            <a:r>
              <a:rPr sz="1200">
                <a:solidFill>
                  <a:srgbClr val="FFFFFF"/>
                </a:solidFill>
                <a:latin typeface="Calibri"/>
              </a:rPr>
              <a:t>  Event Social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557016"/>
            <a:ext cx="1188720" cy="347472"/>
          </a:xfrm>
          <a:prstGeom prst="roundRect">
            <a:avLst/>
          </a:prstGeom>
          <a:solidFill>
            <a:srgbClr val="FDC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Screens 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3087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1E  </a:t>
            </a:r>
            <a:r>
              <a:rPr sz="1200">
                <a:solidFill>
                  <a:srgbClr val="FFFFFF"/>
                </a:solidFill>
                <a:latin typeface="Calibri"/>
              </a:rPr>
              <a:t>  Community 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224527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1F  </a:t>
            </a:r>
            <a:r>
              <a:rPr sz="1200">
                <a:solidFill>
                  <a:srgbClr val="FFFFFF"/>
                </a:solidFill>
                <a:latin typeface="Calibri"/>
              </a:rPr>
              <a:t>  Creative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892040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68112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2A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Foundation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5559552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2B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Event 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554480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30552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2C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Sponsor Mgmt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221992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798064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2D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Vendor Mgmt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2889504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65576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2E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App - Moderation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3557016"/>
            <a:ext cx="1188720" cy="347472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33087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--  </a:t>
            </a:r>
            <a:r>
              <a:rPr sz="1200">
                <a:solidFill>
                  <a:srgbClr val="FFFFFF"/>
                </a:solidFill>
                <a:latin typeface="Calibri"/>
              </a:rPr>
              <a:t>  Admin Auth (email/password)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4224527"/>
            <a:ext cx="1188720" cy="347472"/>
          </a:xfrm>
          <a:prstGeom prst="roundRect">
            <a:avLst/>
          </a:prstGeom>
          <a:solidFill>
            <a:srgbClr val="A2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00600"/>
            <a:ext cx="5303520" cy="54864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 wrap="square"/>
          <a:lstStyle/>
          <a:p>
            <a:pPr algn="ctr">
              <a:defRPr sz="1200">
                <a:latin typeface="Calibri"/>
              </a:defRPr>
            </a:pPr>
            <a:r>
              <a:rPr sz="1100" b="1">
                <a:solidFill>
                  <a:srgbClr val="888899"/>
                </a:solidFill>
                <a:latin typeface="Calibri"/>
              </a:rPr>
              <a:t>  3  </a:t>
            </a:r>
            <a:r>
              <a:rPr sz="1200">
                <a:solidFill>
                  <a:srgbClr val="FFFFFF"/>
                </a:solidFill>
                <a:latin typeface="Calibri"/>
              </a:rPr>
              <a:t>  Advanced (Stripe, Push, Analytics)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4892040"/>
            <a:ext cx="1188720" cy="347472"/>
          </a:xfrm>
          <a:prstGeom prst="round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900" b="1">
                <a:solidFill>
                  <a:srgbClr val="121222"/>
                </a:solidFill>
                <a:latin typeface="Calibri"/>
              </a:defRPr>
            </a:pPr>
            <a:r>
              <a:t>Not Started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Current Work &amp; 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In Progress Now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Branch: feature/web-admin-login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Admin auth API routes (login, refresh, me, logout)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Admin auth middleware (JWT with admin token family)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admin_users database migration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Shared Dart AdminUser model + AdminAuthApi client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seed-admin.js script for bootstrapping accounts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Restructure: mobile-app -&gt; social-app, web-app -&gt; admin-app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wrap="square"/>
          <a:lstStyle/>
          <a:p>
            <a:pPr algn="l">
              <a:defRPr sz="1800" b="1">
                <a:solidFill>
                  <a:srgbClr val="A296F0"/>
                </a:solidFill>
                <a:latin typeface="Calibri"/>
              </a:defRPr>
            </a:pPr>
            <a:r>
              <a:t>Up Next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 Complete admin auth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Finish login flow connecting Admin App to backend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 End-to-end testing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Validate social app auth flow with live backend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 First live event 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Test activation code + QR networking at a real event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 API test coverage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Establish baseline test suite (Jest configured)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  Phase 2 planning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   In-app ticketing (Stripe), push notifications,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37160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Known Technical Debt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560320"/>
                <a:gridCol w="13716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API tests (Jest configured, no tests written)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of regressions on deploy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DB connectivity check in /health endpoint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Silent database failures in production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pre-deploy migration runner in CI/CD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migration step required on deploy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post-deploy smoke tests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automated verification of deploys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2122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down-migration files for rollback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Cannot automatically roll back schema changes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All items are tracked and will be addressed as part of ongoing hardening.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In 12 days, we have built: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A complete backend API with 11 route modules, dual JWT auth, and 3 external service integrations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A 21-table PostgreSQL database with full schema, migrations, and seed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A social app with 19 screens covering auth, events, QR networking, community, search, and profiles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An admin app with 16 screens covering user, event, sponsor, vendor, and content management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A shared Dart package with 9 models, 7 API clients, and reusable utilities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Production AWS infrastructure (EKS, RDS, ECR, SSL) with cost-optimization tooling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13+ operational scripts for deployment, database management, and infrastructure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760720"/>
            <a:ext cx="365760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~15,700 lines of code  |  116 files  |  February 25,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