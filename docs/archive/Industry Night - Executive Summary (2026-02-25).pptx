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INDUSTRY NIGHT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2400" b="0">
                <a:solidFill>
                  <a:srgbClr val="A296F0"/>
                </a:solidFill>
                <a:latin typeface="Calibri"/>
              </a:defRPr>
            </a:pPr>
            <a:r>
              <a:t>Building the Home for Creative Professionals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474720"/>
            <a:ext cx="3657600" cy="25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Calibri"/>
              </a:defRPr>
            </a:pPr>
            <a:r>
              <a:t>Executive Summary  |  February 25,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09728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320040" wrap="square"/>
          <a:lstStyle/>
          <a:p>
            <a:pPr algn="l">
              <a:defRPr sz="2200" b="1">
                <a:solidFill>
                  <a:srgbClr val="A296F0"/>
                </a:solidFill>
                <a:latin typeface="Calibri"/>
              </a:defRPr>
            </a:pPr>
            <a:r>
              <a:t>What's Missing Today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Creative professionals in NYC (stylists, photographers, makeup artists, videographers) have no dedicated networking platform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Existing tools are generic event sites or portfolio showcases — none tie real-world attendance to community membership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Industry Night already runs successful live events with an established audience and Instagram following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120640" cy="41148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 lIns="320040" wrap="square"/>
          <a:lstStyle/>
          <a:p>
            <a:pPr algn="l">
              <a:defRPr sz="2200" b="1">
                <a:solidFill>
                  <a:srgbClr val="A296F0"/>
                </a:solidFill>
                <a:latin typeface="Calibri"/>
              </a:defRPr>
            </a:pPr>
            <a:r>
              <a:t>What We're Building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3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An invite-only mobile app and admin platform purpose-built for creative professionals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Verified community: you earn membership by attending events and making real connections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QR networking at events creates instant, mutual professional connections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600" b="0">
                <a:solidFill>
                  <a:srgbClr val="CCCCCC"/>
                </a:solidFill>
                <a:latin typeface="Calibri"/>
              </a:defRPr>
            </a:pPr>
            <a:r>
              <a:t>Sponsor perks and community feed keep members engaged between events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09728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We've Accomplished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99"/>
                </a:solidFill>
                <a:latin typeface="Calibri"/>
              </a:defRPr>
            </a:pPr>
            <a:r>
              <a:t>From concept to working platform in two weeks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274320" rIns="182880"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Mobile App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Phone-based login (no passwords)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Profile creation with specialties and social links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Event browsing and check-in with activation codes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QR code networking at events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Community feed for posts and job listings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Sponsor perks and discount codes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User discovery and search by specialty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965960"/>
            <a:ext cx="1463040" cy="320040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1000" b="1">
                <a:solidFill>
                  <a:srgbClr val="121222"/>
                </a:solidFill>
                <a:latin typeface="Calibri"/>
              </a:defRPr>
            </a:pPr>
            <a:r>
              <a:t>Ready for Creatives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828800"/>
            <a:ext cx="347472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274320" rIns="182880"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Admin Dashboard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Secure admin login (separate from user accounts)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User management — view, add, and moderate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Event creation with activation code system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Sponsor and vendor management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Content moderation and announcements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Dashboard with platform 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965960"/>
            <a:ext cx="1463040" cy="320040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1000" b="1">
                <a:solidFill>
                  <a:srgbClr val="121222"/>
                </a:solidFill>
                <a:latin typeface="Calibri"/>
              </a:defRPr>
            </a:pPr>
            <a:r>
              <a:t>Ready for Operators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828800"/>
            <a:ext cx="3474720" cy="457200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28600" lIns="274320" rIns="182880"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Platform &amp; Ops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Secure backend API handling all business logic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Cloud infrastructure on AWS with auto-scaling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Posh.vip ticket integration (webhook-based)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SMS verification via Twilio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Cost management: infrastructure can hibernate when not needed (~$3/mo vs ~$160/mo)</a:t>
            </a:r>
          </a:p>
          <a:p>
            <a:pPr>
              <a:spcBef>
                <a:spcPts val="600"/>
              </a:spcBef>
              <a:spcAft>
                <a:spcPts val="30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Database with full audit trail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1965960"/>
            <a:ext cx="1463040" cy="320040"/>
          </a:xfrm>
          <a:prstGeom prst="roundRect">
            <a:avLst/>
          </a:prstGeom>
          <a:solidFill>
            <a:srgbClr val="FDC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1000" b="1">
                <a:solidFill>
                  <a:srgbClr val="121222"/>
                </a:solidFill>
                <a:latin typeface="Calibri"/>
              </a:defRPr>
            </a:pPr>
            <a:r>
              <a:t>Production-Ready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1097280" cy="381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Where We're Going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20"/>
            <a:ext cx="914400" cy="640080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1400" b="1">
                <a:solidFill>
                  <a:srgbClr val="121222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828800"/>
            <a:ext cx="960120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274320"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Launch Readiness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Complete admin login, end-to-end testing, prepare for first live event trial with real users.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560320"/>
            <a:ext cx="38100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914400" cy="640080"/>
          </a:xfrm>
          <a:prstGeom prst="roundRect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1400" b="1">
                <a:solidFill>
                  <a:srgbClr val="121222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971800"/>
            <a:ext cx="960120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274320"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First Live Event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Test the full experience at an Industry Night: ticket purchase, app download, activation code, QR networking, verified status.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703320"/>
            <a:ext cx="38100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914400" cy="640080"/>
          </a:xfrm>
          <a:prstGeom prst="roundRect">
            <a:avLst/>
          </a:prstGeom>
          <a:solidFill>
            <a:srgbClr val="A2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1400" b="1">
                <a:solidFill>
                  <a:srgbClr val="121222"/>
                </a:solidFill>
                <a:latin typeface="Calibri"/>
              </a:defRPr>
            </a:pPr>
            <a:r>
              <a:t>Then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114800"/>
            <a:ext cx="960120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274320"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Growth Features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In-app ticket purchasing (replace Posh), push notifications for event reminders, analytics dashboard for event performance.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4846320"/>
            <a:ext cx="38100" cy="4572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914400" cy="640080"/>
          </a:xfrm>
          <a:prstGeom prst="round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wrap="square"/>
          <a:lstStyle/>
          <a:p>
            <a:pPr algn="ctr">
              <a:defRPr sz="1400" b="1">
                <a:solidFill>
                  <a:srgbClr val="121222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257800"/>
            <a:ext cx="9601200" cy="822960"/>
          </a:xfrm>
          <a:prstGeom prst="roundRect">
            <a:avLst/>
          </a:prstGeom>
          <a:solidFill>
            <a:srgbClr val="22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274320"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Scale &amp; Expand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Expand beyond NYC. Deeper sponsor integrations. Enhanced community features. Native Android optimizations.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Platform was built from scratch in 12 days. Foundation is complete — now focused on launch readiness.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