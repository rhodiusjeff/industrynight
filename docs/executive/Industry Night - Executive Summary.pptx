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INDUSTRY NIGHT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2400" b="0">
                <a:solidFill>
                  <a:srgbClr val="A296F0"/>
                </a:solidFill>
                <a:latin typeface="Calibri"/>
              </a:defRPr>
            </a:pPr>
            <a:r>
              <a:t>The Home for Creative Professionals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474720"/>
            <a:ext cx="365760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Executive Summary  |  March 02, 2026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888899"/>
                </a:solidFill>
                <a:latin typeface="Calibri"/>
              </a:defRPr>
            </a:pPr>
            <a:r>
              <a:t>Event-first social network for creative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320040" wrap="square"/>
          <a:lstStyle/>
          <a:p>
            <a:pPr algn="l">
              <a:defRPr sz="2200" b="1">
                <a:solidFill>
                  <a:srgbClr val="A296F0"/>
                </a:solidFill>
                <a:latin typeface="Calibri"/>
              </a:defRPr>
            </a:pPr>
            <a:r>
              <a:t>What's Missing Today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Creative professionals (stylists, photographers, makeup artists, videographers) have no dedicated networking platform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Existing tools are generic event sites or portfolio showcases -- none tie real-world attendance to community membership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Industry Night already runs successful live events with an established audience and social following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320040" wrap="square"/>
          <a:lstStyle/>
          <a:p>
            <a:pPr algn="l">
              <a:defRPr sz="2200" b="1">
                <a:solidFill>
                  <a:srgbClr val="A296F0"/>
                </a:solidFill>
                <a:latin typeface="Calibri"/>
              </a:defRPr>
            </a:pPr>
            <a:r>
              <a:t>What We're Building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A mobile app and admin platform purpose-built for creative professionals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Verified community: earn membership by attending events and making real QR connections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Every connection proves physical co-presence -- impossible to fake, impossible for competitors to copy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Sponsor perks and community feed keep members engaged between 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We've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Calibri"/>
              </a:defRPr>
            </a:pPr>
            <a:r>
              <a:t>From concept to working platform in 18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rIns="182880"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Phone-based login (no passwords needed)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Profile with specialties and bio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Event browsing with ticket status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Check-in with activation codes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Instant QR connections with celebration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Real-time connection notifications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Remember-me login (stay signed 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965960"/>
            <a:ext cx="1463040" cy="320040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000" b="1">
                <a:solidFill>
                  <a:srgbClr val="121222"/>
                </a:solidFill>
                <a:latin typeface="Calibri"/>
              </a:defRPr>
            </a:pPr>
            <a:r>
              <a:t>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rIns="182880"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Secure admin login (separate system)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user management (add, view, moderate)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Event creation with image uploads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Ticket management (issue, refund, view)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Sponsor and vendor management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Activation code system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Event publish gate (images + venue + Posh required)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965960"/>
            <a:ext cx="1463040" cy="320040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000" b="1">
                <a:solidFill>
                  <a:srgbClr val="121222"/>
                </a:solidFill>
                <a:latin typeface="Calibri"/>
              </a:defRPr>
            </a:pPr>
            <a:r>
              <a:t>Working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4747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rIns="182880"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Cloud infrastructure on AWS (auto-scaling)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Posh.vip ticket integration (webhooks)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SMS verification via Twilio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S3 image storage with CDN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Cost hibernation ($160/mo to $3/mo when idle)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Database with full audit trail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Comprehensive operational tooling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965960"/>
            <a:ext cx="1463040" cy="320040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000" b="1">
                <a:solidFill>
                  <a:srgbClr val="121222"/>
                </a:solidFill>
                <a:latin typeface="Calibri"/>
              </a:defRPr>
            </a:pPr>
            <a:r>
              <a:t>Production-Ready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Data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Calibri"/>
              </a:defRPr>
            </a:pPr>
            <a:r>
              <a:t>Every connection proves two professionals physically met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3774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What Makes IN Different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QR connections = verified proof of physical meeting (no other platform has this)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 know each user's specialty, events attended, and who they connect with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Cross-specialty affinity data tells sponsors exactly where to focus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Verification ladder drives event attendance (attend + connect = unlock features)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3774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Sponsor Revenue Tiers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888899"/>
                </a:solidFill>
                <a:latin typeface="Calibri"/>
              </a:defRPr>
            </a:pPr>
            <a:r>
              <a:t>Tier 1:  $500-2K/event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Logo placement on event pages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FDCB6E"/>
                </a:solidFill>
                <a:latin typeface="Calibri"/>
              </a:defRPr>
            </a:pPr>
            <a:r>
              <a:t>Tier 2:  $2-5K/event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Verified audience access + redemption tracking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00B894"/>
                </a:solidFill>
                <a:latin typeface="Calibri"/>
              </a:defRPr>
            </a:pPr>
            <a:r>
              <a:t>Tier 3:  $5-20K/quarter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Ongoing audience intelligence &amp; data partnership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23774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Verified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Every connection = proof of meeting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572000"/>
            <a:ext cx="23774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Specialty Data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Demographics by creative discipline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23774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l">
              <a:defRPr sz="3200" b="1">
                <a:solidFill>
                  <a:srgbClr val="A296F0"/>
                </a:solidFill>
                <a:latin typeface="Calibri"/>
              </a:defRPr>
            </a:pPr>
            <a:r>
              <a:t>Affinity Maps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Who connects with whom and why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572000"/>
            <a:ext cx="23774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l">
              <a:defRPr sz="3200" b="1">
                <a:solidFill>
                  <a:srgbClr val="FDCB6E"/>
                </a:solidFill>
                <a:latin typeface="Calibri"/>
              </a:defRPr>
            </a:pPr>
            <a:r>
              <a:t>Recurring $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Quarterly data partnerships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We're Going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914400" cy="64008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Community &amp; Engagement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Wire the community feed (backend is built), add push notifications, implement verification gating. Make the app worth opening between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560320"/>
            <a:ext cx="381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914400" cy="640080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71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Professional Utility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Connection-only messaging (DMs with people you've met), profile portfolios for work showcase, creative search by specialty. Build the daily-use professional tool.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703320"/>
            <a:ext cx="381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914400" cy="640080"/>
          </a:xfrm>
          <a:prstGeom prst="roundRect">
            <a:avLst/>
          </a:prstGeom>
          <a:solidFill>
            <a:srgbClr val="A2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Then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14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Sponsor Revenue Engine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Discount redemption tracking, analytics computation for audience intelligence, sponsor post-event reports. Prove ROI to unlock Tier 2-3 pricing.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846320"/>
            <a:ext cx="381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914400" cy="640080"/>
          </a:xfrm>
          <a:prstGeom prst="round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257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Growth &amp; Scale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Market area expansion beyond NYC, mutual connections display, structured collaboration board, external sharing for viral growth. Network effects compound.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Platform built from scratch in 18 days. Foundation complete -- now focused on engagement and monetization.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